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0CE31-A705-4B27-B06D-E82BE458086C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79299-2389-4AFE-80DA-7F9038C67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56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525C-5320-B46D-93C1-640867CE5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90519-BC2E-6C57-4B5E-02DB68A32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E43DE-390E-AAB6-85F1-F035C4A6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C5B85-87BA-021B-7132-A5BEE700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4A7EF-3452-D218-4B65-3AFDC3FC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53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56D8-9C05-CD5D-B0E4-D799076D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2D2D-E4F8-CB43-7FB9-93874114C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DF648-FABA-DC28-8016-65A8387F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B85EF-7B45-CA05-9076-BAB5193A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85947-2AAE-26B8-C676-7B096EBA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21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7348-D1C5-C55C-3BC4-1C572591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4AD3-7E07-B3D9-E926-E630356AA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87225-29DA-4675-0D7B-BD73EE371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9B65F-00DB-9351-5CEF-0C72B780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A1ED-611E-296A-6548-9F5CA821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2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EB30-96FC-F677-55EF-48A998CA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5361B-9372-AC22-E25D-35044B09E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527DD-67F1-2E18-1068-2895C2961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E0795-E8FC-5424-7100-36DA189F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B952C-76E1-DA3A-A28B-4A8D48A9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DE58-DB23-8AF3-1245-7945B22C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6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B2D0-AC69-C3C8-4C0E-86B5BDFA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5BE0D-1F04-B610-6D16-8ECBFED9B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17463-E7B9-80F2-0F9A-FC4E042CA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D995B-A86C-28F6-3E88-DE16FA66A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8419A-5B6A-FE61-2C27-A7A071B7D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DD639-9124-2715-E6CA-13B62C6F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1AAA3-09B8-6E6F-8A7C-58D727F0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966DE-136B-B377-718F-B0904796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34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A7C6-4137-608E-D807-89777A5C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ECC6B-F512-F337-1797-0AF93CEB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9A065-5C87-C560-AECB-A14E6097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D6454-0596-01D0-53CB-CC3A183C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70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E792A-9F24-5B8F-D103-EDB85F6B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A584A-B7D4-F3DF-7843-5E92DDE5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0E84-80BC-AD70-D40C-835907AE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27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A32B-8893-29F1-E7DB-5DC0B857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07ACA-1F22-8C7A-173D-29F8A7F5A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9377-EE6F-9609-9AF1-91C8DE6AB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14846-B761-486A-98BC-A80D2763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357E9-9E9D-9999-3D49-5B33E9E3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DC1C1-22EE-FC8D-7133-CBDB0CD4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4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A508-ED24-842E-5E32-74FE0F89B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79653-95D0-2C1D-E5DD-F59B8A08C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640F0-4B04-3278-08A5-BEBC13F42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803EA-2B22-7919-E355-216A79E3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B634C-4CD5-C8E2-5E97-3E34622E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58EDB-EEB0-4E97-CE53-18C216A6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6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30C3-8216-97AD-1C9D-7E5D7C3C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17CB8-1D02-0D3C-9AC0-9F1243F6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9B7D8-06FA-2C7E-2DBA-DFE9A41D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1575-90CC-E8EE-1212-3D9B57CE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E0D6-C7D9-8717-67A3-B4B344A1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6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7A101-9047-95FE-B2EC-2AA511BD4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0E850-87C9-3C2A-6759-73448E3D6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8B20C-061C-8C00-209D-877A5042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CD2D4-6997-BFCB-543D-769C89BF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E78A4-32A8-6E88-03E7-E6BB9FF8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630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77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88F4D1-1599-2B85-A1A6-DF827604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D99A8-7377-5C86-0B91-0F6BC6856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19BF5-2FA0-3C88-CA3E-01B03C02D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09E03-30F4-49F1-89A1-2ECE2A268FE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5893-ECF9-D5AD-488A-8AEE929EF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1942A-8BDC-81EC-DDB4-52F4B4C57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F9155-EB14-4466-B963-89FFEC0B6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01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b="1" dirty="0"/>
              <a:t>002: GCP RESOURCE MANAGER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everyday language.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18488"/>
            <a:ext cx="768096" cy="76809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184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453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203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term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545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203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417320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company owns, in one place.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98648"/>
            <a:ext cx="768096" cy="768096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898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825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term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825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 States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697480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teams and products, nested inside one another.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78808"/>
            <a:ext cx="768096" cy="768096"/>
          </a:xfrm>
          <a:prstGeom prst="ellipse">
            <a:avLst/>
          </a:prstGeom>
          <a:solidFill>
            <a:srgbClr val="3A7D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17880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1056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764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term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41056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City / Area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764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3977640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neighbourhood where work actually happens.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458968"/>
            <a:ext cx="768096" cy="768096"/>
          </a:xfrm>
          <a:prstGeom prst="ellipse">
            <a:avLst/>
          </a:prstGeom>
          <a:solidFill>
            <a:srgbClr val="2E6FA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45896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53858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783080" y="6044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term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53858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Building / Flat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6044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5257800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rooms — servers, apps, and storage we use daily.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42FD-00C0-8B76-4DE8-4C415020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>
            <a:normAutofit/>
          </a:bodyPr>
          <a:lstStyle/>
          <a:p>
            <a:r>
              <a:rPr lang="en-IN" b="1" u="sng" dirty="0"/>
              <a:t>002: GCP RESOURCE MANAGER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79C9C-BA9A-DBEB-9F68-E9D41FDD8532}"/>
              </a:ext>
            </a:extLst>
          </p:cNvPr>
          <p:cNvSpPr txBox="1"/>
          <p:nvPr/>
        </p:nvSpPr>
        <p:spPr>
          <a:xfrm>
            <a:off x="688156" y="1574277"/>
            <a:ext cx="10982227" cy="718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Que. Why we Only See Projects Initially ?</a:t>
            </a:r>
          </a:p>
          <a:p>
            <a:endParaRPr lang="en-US" b="1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Personal accounts do </a:t>
            </a:r>
            <a:r>
              <a:rPr lang="en-US" b="1" dirty="0"/>
              <a:t>not</a:t>
            </a:r>
            <a:r>
              <a:rPr lang="en-US" dirty="0"/>
              <a:t> have a verified domain.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The full resource hierarchy — </a:t>
            </a:r>
            <a:r>
              <a:rPr lang="en-US" b="1" dirty="0"/>
              <a:t>Organization → Folders → Projects</a:t>
            </a:r>
            <a:r>
              <a:rPr lang="en-US" dirty="0"/>
              <a:t> — is designed for </a:t>
            </a:r>
            <a:r>
              <a:rPr lang="en-US" b="1" dirty="0"/>
              <a:t>Google Workspace / Cloud Identity</a:t>
            </a:r>
            <a:r>
              <a:rPr lang="en-US" dirty="0"/>
              <a:t> customers with a domain.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So, initially, you only see and work with </a:t>
            </a:r>
            <a:r>
              <a:rPr lang="en-US" b="1" dirty="0"/>
              <a:t>Projects</a:t>
            </a:r>
            <a:r>
              <a:rPr lang="en-US" dirty="0"/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In a company, you use a </a:t>
            </a:r>
            <a:r>
              <a:rPr lang="en-US" b="1" dirty="0"/>
              <a:t>domain-based account</a:t>
            </a:r>
            <a:r>
              <a:rPr lang="en-US" dirty="0"/>
              <a:t>, so you see the complete hierarchy.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Note:</a:t>
            </a:r>
            <a:r>
              <a:rPr lang="en-US" dirty="0"/>
              <a:t> Access and policies inherit downward — </a:t>
            </a:r>
            <a:r>
              <a:rPr lang="en-US" b="1" dirty="0"/>
              <a:t>higher-level access takes precedence over lower-level access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 You Only See Projects Initially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0" i="0" dirty="0">
                <a:solidFill>
                  <a:srgbClr val="F9FAFB"/>
                </a:solidFill>
                <a:effectLst/>
                <a:latin typeface="quote-cjk-patch"/>
              </a:rPr>
              <a:t>The root cause is the absence of a verified domain. The full resource hierarchy (Organization &gt; Folders &gt; Projects) is designed for Google Workspace or Cloud Identity customers who have a domain.</a:t>
            </a:r>
          </a:p>
        </p:txBody>
      </p:sp>
    </p:spTree>
    <p:extLst>
      <p:ext uri="{BB962C8B-B14F-4D97-AF65-F5344CB8AC3E}">
        <p14:creationId xmlns:p14="http://schemas.microsoft.com/office/powerpoint/2010/main" val="30904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226</Words>
  <Application>Microsoft Office PowerPoint</Application>
  <PresentationFormat>Widescreen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quote-cjk-patch</vt:lpstr>
      <vt:lpstr>Wingdings</vt:lpstr>
      <vt:lpstr>Office Theme</vt:lpstr>
      <vt:lpstr>PowerPoint Presentation</vt:lpstr>
      <vt:lpstr>002: GCP RESOURCE MANAGER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Wadile</dc:creator>
  <cp:lastModifiedBy>Jayesh Wadile</cp:lastModifiedBy>
  <cp:revision>3</cp:revision>
  <dcterms:created xsi:type="dcterms:W3CDTF">2026-09-19T11:54:20Z</dcterms:created>
  <dcterms:modified xsi:type="dcterms:W3CDTF">2026-09-19T12:25:06Z</dcterms:modified>
</cp:coreProperties>
</file>