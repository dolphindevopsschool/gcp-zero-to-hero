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1FD7-575A-0B96-0B38-536EA721C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BA629-D5B1-CE47-549F-729806545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3776-C89E-E0DA-94B2-0A454C73F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43B8-5B1A-AE83-02F3-599C9DE0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9DFB-13EF-45E0-0B04-70B70E9F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25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5A7A-7291-09F6-FFC1-12ADC573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DD2A-66D0-236F-E694-5A353AA9A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7F2C-6EEB-E317-A565-6431C925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4333-D738-E6B3-2DD6-84F811A7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8AFD0-8D5E-DB0F-44BE-046B218C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4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C295-9F0A-26EF-5970-574AD7FA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D205B-C5E4-9D19-2F2D-0DA65A170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1A4F6-269C-869B-532C-54713792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5BDC-9347-2C8F-1275-2879C961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ED7C-3F34-FFC3-9810-931239D1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1EAF-412F-AE8D-0FAE-B3267CD7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B6BA-821A-10B5-45C0-EBC19B32B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C3282-4F6D-2BFB-25FA-3D16F64B6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CE7C-1986-4BDD-525A-1081EE32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474D4-F772-6EC4-DDAF-5BF7663F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31C5C-3882-984A-21C3-71F17F83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73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063D-57F0-1DED-73B8-918C63DD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4D8FC-BB1E-BCDC-5707-645F4EDB3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3D715-B2E5-7D88-8B81-940D43BF7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28068-FACD-A976-6A05-314F73413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168CE-04D9-17BE-DD72-E5D848747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7F0FBC-BED1-73F1-1A1B-2F6A03E5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178D2-462A-4A24-5329-DBCFB311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F497C-380D-36D2-5F68-643F0546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7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2ABB-2E2B-4519-1B3E-9175B50A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F8470-F8A0-4B83-9BDB-0025BBE9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5C4F2-BE6F-1779-BDF0-684D375E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78E4B-A984-1D89-6601-DED9AAF0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30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47AAB-1919-C01D-69FE-09F9D743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993D9-6D18-2529-DCB3-F8C5B3CF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A909D-07E2-B0DB-FDC7-ACBC11C7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9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185C-3538-3417-A0BC-4F5AAA58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CF8E-E20A-23AB-4361-ADC112B7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90250-B00D-B3CF-EEFE-69FFF1690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D7E66-24E9-BC22-D7EB-0FABD16D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2AF50-B861-47DC-87AE-3994A123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3F248-A0B9-1AE5-BD60-06D31D80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23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B535-BDB0-FD07-F50B-7CF18A40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5BE71-0267-2E20-2A96-D95B3D39D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C1B34-78B2-5C24-78E7-2C64888EB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39D4E-ABF0-96E6-454C-76D6036B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98374-7C0A-2349-962E-B9200918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145B2-E27C-B5B5-5EBB-6D0AAB26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1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81A5-C95D-CF99-76E6-AA3EA06A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4908B-AC65-9245-CDFC-19C04B67D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CC0AE-2FD1-E5A7-B02A-3988FF56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E0AC8-0EAD-B895-77FB-B6DE1897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D4A15-83BD-FDED-E474-1C0469CD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54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E6C1E-E253-DC89-C5C5-D98ABC324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0C2FF-FC6A-C999-3AB2-7713C0CDA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17135-5FEC-2E10-D1A0-44CD72F2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85650-BD75-93AA-F537-B5D07A03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1C510-5929-1DFB-C837-DF75A888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9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3BC82-E324-D6C9-56F3-82487027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0FEF5-E983-B90D-A70C-4B5A7347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4B2B-12C6-8001-2018-985252447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77FE4-FC92-4051-B1E7-8AEECB530C5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ED859-E4E9-FF0A-1177-2BA6EC732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5B3E3-2A04-D2E5-EF67-9F46A3418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3D66A-D272-47A3-95C7-367DB7AE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4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storage/docs/projects#project-deletion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8D50-B052-B7DD-9EB4-8EF95C886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2000" cy="1442301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Day-003 | GCP | How to Delete Project (DEMO)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7212B-9A71-746F-DDA5-23A539616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442301"/>
            <a:ext cx="12191999" cy="5415699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dirty="0"/>
              <a:t>Shutting down a project stops all billing and resource usage. This action immediately moves the project into a 30-day recovery period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dirty="0"/>
              <a:t>Project IDs: Project IDs are unique and permanent. Once a project is fully deleted, its ID can't be reused. If you want to preserve a custom project ID for future use, delete the resources within the project instead of shutting down the project itself.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dirty="0"/>
              <a:t>Resource recovery: While most resources are recoverable within the 30-day window, some services—such as </a:t>
            </a:r>
            <a:r>
              <a:rPr lang="en-US" dirty="0">
                <a:hlinkClick r:id="rId2"/>
              </a:rPr>
              <a:t>Cloud Storage</a:t>
            </a:r>
            <a:r>
              <a:rPr lang="en-US" dirty="0"/>
              <a:t> and Pub/Sub—might delete resources much sooner.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dirty="0" err="1"/>
              <a:t>gcloud</a:t>
            </a:r>
            <a:r>
              <a:rPr lang="en-US" dirty="0"/>
              <a:t> projects describe PROJECT_ID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 algn="l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34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Day-003 | GCP | How to Delete Project (DEMO)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Wadile</dc:creator>
  <cp:lastModifiedBy>Jayesh Wadile</cp:lastModifiedBy>
  <cp:revision>1</cp:revision>
  <dcterms:created xsi:type="dcterms:W3CDTF">2026-09-20T10:51:47Z</dcterms:created>
  <dcterms:modified xsi:type="dcterms:W3CDTF">2026-09-20T11:18:26Z</dcterms:modified>
</cp:coreProperties>
</file>